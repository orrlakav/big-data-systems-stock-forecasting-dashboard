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72FB1-C2BB-4508-98B4-CA3F50F90A99}" v="30" dt="2025-05-17T12:38:21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la Kavanagh" userId="9d99aa77bd8f0ec5" providerId="LiveId" clId="{3F272FB1-C2BB-4508-98B4-CA3F50F90A99}"/>
    <pc:docChg chg="undo redo custSel addSld modSld">
      <pc:chgData name="Orla Kavanagh" userId="9d99aa77bd8f0ec5" providerId="LiveId" clId="{3F272FB1-C2BB-4508-98B4-CA3F50F90A99}" dt="2025-05-17T12:38:56.045" v="1387" actId="20577"/>
      <pc:docMkLst>
        <pc:docMk/>
      </pc:docMkLst>
      <pc:sldChg chg="addSp delSp modSp new mod modClrScheme chgLayout">
        <pc:chgData name="Orla Kavanagh" userId="9d99aa77bd8f0ec5" providerId="LiveId" clId="{3F272FB1-C2BB-4508-98B4-CA3F50F90A99}" dt="2025-05-17T07:50:14.674" v="859" actId="1076"/>
        <pc:sldMkLst>
          <pc:docMk/>
          <pc:sldMk cId="3142572423" sldId="256"/>
        </pc:sldMkLst>
        <pc:spChg chg="del">
          <ac:chgData name="Orla Kavanagh" userId="9d99aa77bd8f0ec5" providerId="LiveId" clId="{3F272FB1-C2BB-4508-98B4-CA3F50F90A99}" dt="2025-05-17T06:53:41.693" v="1" actId="700"/>
          <ac:spMkLst>
            <pc:docMk/>
            <pc:sldMk cId="3142572423" sldId="256"/>
            <ac:spMk id="2" creationId="{92697AF6-269A-BB45-5611-4022F25B4A48}"/>
          </ac:spMkLst>
        </pc:spChg>
        <pc:spChg chg="del">
          <ac:chgData name="Orla Kavanagh" userId="9d99aa77bd8f0ec5" providerId="LiveId" clId="{3F272FB1-C2BB-4508-98B4-CA3F50F90A99}" dt="2025-05-17T06:53:41.693" v="1" actId="700"/>
          <ac:spMkLst>
            <pc:docMk/>
            <pc:sldMk cId="3142572423" sldId="256"/>
            <ac:spMk id="3" creationId="{F2613044-F9F2-A8D8-AF01-08B7D565FB0D}"/>
          </ac:spMkLst>
        </pc:spChg>
        <pc:spChg chg="add mod">
          <ac:chgData name="Orla Kavanagh" userId="9d99aa77bd8f0ec5" providerId="LiveId" clId="{3F272FB1-C2BB-4508-98B4-CA3F50F90A99}" dt="2025-05-17T07:22:40.760" v="674" actId="14100"/>
          <ac:spMkLst>
            <pc:docMk/>
            <pc:sldMk cId="3142572423" sldId="256"/>
            <ac:spMk id="4" creationId="{36D47813-BD91-658E-DA49-440682F111D7}"/>
          </ac:spMkLst>
        </pc:spChg>
        <pc:spChg chg="add mod">
          <ac:chgData name="Orla Kavanagh" userId="9d99aa77bd8f0ec5" providerId="LiveId" clId="{3F272FB1-C2BB-4508-98B4-CA3F50F90A99}" dt="2025-05-17T07:22:44.397" v="675" actId="14100"/>
          <ac:spMkLst>
            <pc:docMk/>
            <pc:sldMk cId="3142572423" sldId="256"/>
            <ac:spMk id="5" creationId="{20721980-4D75-3131-C86C-11EC7F909C64}"/>
          </ac:spMkLst>
        </pc:spChg>
        <pc:spChg chg="add mod">
          <ac:chgData name="Orla Kavanagh" userId="9d99aa77bd8f0ec5" providerId="LiveId" clId="{3F272FB1-C2BB-4508-98B4-CA3F50F90A99}" dt="2025-05-17T07:45:00.209" v="799" actId="1076"/>
          <ac:spMkLst>
            <pc:docMk/>
            <pc:sldMk cId="3142572423" sldId="256"/>
            <ac:spMk id="6" creationId="{28D0F081-A50D-1FAF-DACD-7F6389A947FC}"/>
          </ac:spMkLst>
        </pc:spChg>
        <pc:spChg chg="add mod">
          <ac:chgData name="Orla Kavanagh" userId="9d99aa77bd8f0ec5" providerId="LiveId" clId="{3F272FB1-C2BB-4508-98B4-CA3F50F90A99}" dt="2025-05-17T07:00:16.455" v="113" actId="6549"/>
          <ac:spMkLst>
            <pc:docMk/>
            <pc:sldMk cId="3142572423" sldId="256"/>
            <ac:spMk id="7" creationId="{F38FC15F-0FF5-AB79-646D-41F5600405C4}"/>
          </ac:spMkLst>
        </pc:spChg>
        <pc:spChg chg="add mod">
          <ac:chgData name="Orla Kavanagh" userId="9d99aa77bd8f0ec5" providerId="LiveId" clId="{3F272FB1-C2BB-4508-98B4-CA3F50F90A99}" dt="2025-05-17T07:09:20.904" v="428" actId="14100"/>
          <ac:spMkLst>
            <pc:docMk/>
            <pc:sldMk cId="3142572423" sldId="256"/>
            <ac:spMk id="8" creationId="{17440007-0A6C-372D-FF11-3C66B49EB5C0}"/>
          </ac:spMkLst>
        </pc:spChg>
        <pc:spChg chg="add del mod">
          <ac:chgData name="Orla Kavanagh" userId="9d99aa77bd8f0ec5" providerId="LiveId" clId="{3F272FB1-C2BB-4508-98B4-CA3F50F90A99}" dt="2025-05-17T07:32:10.506" v="703" actId="1076"/>
          <ac:spMkLst>
            <pc:docMk/>
            <pc:sldMk cId="3142572423" sldId="256"/>
            <ac:spMk id="9" creationId="{81A60901-7A84-B0A4-48C8-A1607E8F5CC4}"/>
          </ac:spMkLst>
        </pc:spChg>
        <pc:spChg chg="add mod">
          <ac:chgData name="Orla Kavanagh" userId="9d99aa77bd8f0ec5" providerId="LiveId" clId="{3F272FB1-C2BB-4508-98B4-CA3F50F90A99}" dt="2025-05-17T07:32:37.653" v="705" actId="1076"/>
          <ac:spMkLst>
            <pc:docMk/>
            <pc:sldMk cId="3142572423" sldId="256"/>
            <ac:spMk id="10" creationId="{6251D32A-B84E-2C58-5025-52E6F1C1BA43}"/>
          </ac:spMkLst>
        </pc:spChg>
        <pc:spChg chg="add mod">
          <ac:chgData name="Orla Kavanagh" userId="9d99aa77bd8f0ec5" providerId="LiveId" clId="{3F272FB1-C2BB-4508-98B4-CA3F50F90A99}" dt="2025-05-17T07:18:09.097" v="548" actId="1076"/>
          <ac:spMkLst>
            <pc:docMk/>
            <pc:sldMk cId="3142572423" sldId="256"/>
            <ac:spMk id="11" creationId="{D3F4F4A9-7160-54F4-1773-130AA0788940}"/>
          </ac:spMkLst>
        </pc:spChg>
        <pc:spChg chg="add mod">
          <ac:chgData name="Orla Kavanagh" userId="9d99aa77bd8f0ec5" providerId="LiveId" clId="{3F272FB1-C2BB-4508-98B4-CA3F50F90A99}" dt="2025-05-17T07:18:40.421" v="568" actId="1076"/>
          <ac:spMkLst>
            <pc:docMk/>
            <pc:sldMk cId="3142572423" sldId="256"/>
            <ac:spMk id="12" creationId="{3C46B6F4-23BC-2018-4141-0DFB84ADF0EE}"/>
          </ac:spMkLst>
        </pc:spChg>
        <pc:spChg chg="add del mod">
          <ac:chgData name="Orla Kavanagh" userId="9d99aa77bd8f0ec5" providerId="LiveId" clId="{3F272FB1-C2BB-4508-98B4-CA3F50F90A99}" dt="2025-05-17T07:19:22.775" v="593" actId="1036"/>
          <ac:spMkLst>
            <pc:docMk/>
            <pc:sldMk cId="3142572423" sldId="256"/>
            <ac:spMk id="13" creationId="{91570524-0E40-D963-57BE-229640C37166}"/>
          </ac:spMkLst>
        </pc:spChg>
        <pc:spChg chg="add mod">
          <ac:chgData name="Orla Kavanagh" userId="9d99aa77bd8f0ec5" providerId="LiveId" clId="{3F272FB1-C2BB-4508-98B4-CA3F50F90A99}" dt="2025-05-17T07:20:26.218" v="648" actId="14100"/>
          <ac:spMkLst>
            <pc:docMk/>
            <pc:sldMk cId="3142572423" sldId="256"/>
            <ac:spMk id="14" creationId="{942D5DBB-B17F-59A4-9BB8-21459F4EA77E}"/>
          </ac:spMkLst>
        </pc:spChg>
        <pc:spChg chg="add mod ord">
          <ac:chgData name="Orla Kavanagh" userId="9d99aa77bd8f0ec5" providerId="LiveId" clId="{3F272FB1-C2BB-4508-98B4-CA3F50F90A99}" dt="2025-05-17T07:40:29.207" v="757" actId="1076"/>
          <ac:spMkLst>
            <pc:docMk/>
            <pc:sldMk cId="3142572423" sldId="256"/>
            <ac:spMk id="15" creationId="{C4124BA1-1FF0-AC84-AF94-53880C2BD911}"/>
          </ac:spMkLst>
        </pc:spChg>
        <pc:spChg chg="add mod">
          <ac:chgData name="Orla Kavanagh" userId="9d99aa77bd8f0ec5" providerId="LiveId" clId="{3F272FB1-C2BB-4508-98B4-CA3F50F90A99}" dt="2025-05-17T07:22:09.028" v="672" actId="207"/>
          <ac:spMkLst>
            <pc:docMk/>
            <pc:sldMk cId="3142572423" sldId="256"/>
            <ac:spMk id="16" creationId="{079ADCEB-F734-40F7-F992-6672F23E69F8}"/>
          </ac:spMkLst>
        </pc:spChg>
        <pc:spChg chg="add mod">
          <ac:chgData name="Orla Kavanagh" userId="9d99aa77bd8f0ec5" providerId="LiveId" clId="{3F272FB1-C2BB-4508-98B4-CA3F50F90A99}" dt="2025-05-17T07:48:38.277" v="827" actId="1076"/>
          <ac:spMkLst>
            <pc:docMk/>
            <pc:sldMk cId="3142572423" sldId="256"/>
            <ac:spMk id="70" creationId="{6E458180-D727-053E-F48E-95FE36566088}"/>
          </ac:spMkLst>
        </pc:spChg>
        <pc:spChg chg="add del mod ord">
          <ac:chgData name="Orla Kavanagh" userId="9d99aa77bd8f0ec5" providerId="LiveId" clId="{3F272FB1-C2BB-4508-98B4-CA3F50F90A99}" dt="2025-05-17T07:49:04.416" v="829" actId="21"/>
          <ac:spMkLst>
            <pc:docMk/>
            <pc:sldMk cId="3142572423" sldId="256"/>
            <ac:spMk id="100" creationId="{A791369A-3D3C-4A48-55DD-D1445900ECEF}"/>
          </ac:spMkLst>
        </pc:spChg>
        <pc:spChg chg="add mod">
          <ac:chgData name="Orla Kavanagh" userId="9d99aa77bd8f0ec5" providerId="LiveId" clId="{3F272FB1-C2BB-4508-98B4-CA3F50F90A99}" dt="2025-05-17T07:50:14.674" v="859" actId="1076"/>
          <ac:spMkLst>
            <pc:docMk/>
            <pc:sldMk cId="3142572423" sldId="256"/>
            <ac:spMk id="101" creationId="{B4A840DC-9B8D-FF56-5E26-1FD1BE726C92}"/>
          </ac:spMkLst>
        </pc:spChg>
        <pc:spChg chg="add mod ord">
          <ac:chgData name="Orla Kavanagh" userId="9d99aa77bd8f0ec5" providerId="LiveId" clId="{3F272FB1-C2BB-4508-98B4-CA3F50F90A99}" dt="2025-05-17T07:50:07.648" v="858" actId="1076"/>
          <ac:spMkLst>
            <pc:docMk/>
            <pc:sldMk cId="3142572423" sldId="256"/>
            <ac:spMk id="102" creationId="{A791369A-3D3C-4A48-55DD-D1445900ECEF}"/>
          </ac:spMkLst>
        </pc:spChg>
        <pc:cxnChg chg="add del mod">
          <ac:chgData name="Orla Kavanagh" userId="9d99aa77bd8f0ec5" providerId="LiveId" clId="{3F272FB1-C2BB-4508-98B4-CA3F50F90A99}" dt="2025-05-17T07:32:58.040" v="707" actId="478"/>
          <ac:cxnSpMkLst>
            <pc:docMk/>
            <pc:sldMk cId="3142572423" sldId="256"/>
            <ac:cxnSpMk id="18" creationId="{CABD244C-3A8B-D85B-9DEC-3FED8D97B6EF}"/>
          </ac:cxnSpMkLst>
        </pc:cxnChg>
        <pc:cxnChg chg="add mod">
          <ac:chgData name="Orla Kavanagh" userId="9d99aa77bd8f0ec5" providerId="LiveId" clId="{3F272FB1-C2BB-4508-98B4-CA3F50F90A99}" dt="2025-05-17T07:32:10.506" v="703" actId="1076"/>
          <ac:cxnSpMkLst>
            <pc:docMk/>
            <pc:sldMk cId="3142572423" sldId="256"/>
            <ac:cxnSpMk id="20" creationId="{0C38B19E-EAF2-0621-00BF-5A426C4892FA}"/>
          </ac:cxnSpMkLst>
        </pc:cxnChg>
        <pc:cxnChg chg="add mod">
          <ac:chgData name="Orla Kavanagh" userId="9d99aa77bd8f0ec5" providerId="LiveId" clId="{3F272FB1-C2BB-4508-98B4-CA3F50F90A99}" dt="2025-05-17T07:45:00.209" v="799" actId="1076"/>
          <ac:cxnSpMkLst>
            <pc:docMk/>
            <pc:sldMk cId="3142572423" sldId="256"/>
            <ac:cxnSpMk id="24" creationId="{599BA5B5-3C08-417D-2B92-14A38B356ED0}"/>
          </ac:cxnSpMkLst>
        </pc:cxnChg>
        <pc:cxnChg chg="add mod">
          <ac:chgData name="Orla Kavanagh" userId="9d99aa77bd8f0ec5" providerId="LiveId" clId="{3F272FB1-C2BB-4508-98B4-CA3F50F90A99}" dt="2025-05-17T07:32:37.653" v="705" actId="1076"/>
          <ac:cxnSpMkLst>
            <pc:docMk/>
            <pc:sldMk cId="3142572423" sldId="256"/>
            <ac:cxnSpMk id="26" creationId="{4150F92B-053D-2B20-0461-F825A9AC615A}"/>
          </ac:cxnSpMkLst>
        </pc:cxnChg>
        <pc:cxnChg chg="add del mod">
          <ac:chgData name="Orla Kavanagh" userId="9d99aa77bd8f0ec5" providerId="LiveId" clId="{3F272FB1-C2BB-4508-98B4-CA3F50F90A99}" dt="2025-05-17T07:45:58.511" v="804" actId="478"/>
          <ac:cxnSpMkLst>
            <pc:docMk/>
            <pc:sldMk cId="3142572423" sldId="256"/>
            <ac:cxnSpMk id="28" creationId="{571DEC41-0387-3E35-7BF2-F55FCA232560}"/>
          </ac:cxnSpMkLst>
        </pc:cxnChg>
        <pc:cxnChg chg="add del mod">
          <ac:chgData name="Orla Kavanagh" userId="9d99aa77bd8f0ec5" providerId="LiveId" clId="{3F272FB1-C2BB-4508-98B4-CA3F50F90A99}" dt="2025-05-17T07:33:20.053" v="715" actId="478"/>
          <ac:cxnSpMkLst>
            <pc:docMk/>
            <pc:sldMk cId="3142572423" sldId="256"/>
            <ac:cxnSpMk id="47" creationId="{BE4FAFAC-9F0A-0439-72FA-91770C8E4736}"/>
          </ac:cxnSpMkLst>
        </pc:cxnChg>
        <pc:cxnChg chg="add mod">
          <ac:chgData name="Orla Kavanagh" userId="9d99aa77bd8f0ec5" providerId="LiveId" clId="{3F272FB1-C2BB-4508-98B4-CA3F50F90A99}" dt="2025-05-17T07:33:55.608" v="717" actId="13822"/>
          <ac:cxnSpMkLst>
            <pc:docMk/>
            <pc:sldMk cId="3142572423" sldId="256"/>
            <ac:cxnSpMk id="56" creationId="{34CBB360-A4A3-FB21-5DD3-73C1C2A65F65}"/>
          </ac:cxnSpMkLst>
        </pc:cxnChg>
        <pc:cxnChg chg="add mod">
          <ac:chgData name="Orla Kavanagh" userId="9d99aa77bd8f0ec5" providerId="LiveId" clId="{3F272FB1-C2BB-4508-98B4-CA3F50F90A99}" dt="2025-05-17T07:45:00.209" v="799" actId="1076"/>
          <ac:cxnSpMkLst>
            <pc:docMk/>
            <pc:sldMk cId="3142572423" sldId="256"/>
            <ac:cxnSpMk id="58" creationId="{3A400EDB-4DD4-D6AF-F547-0B858F9D870B}"/>
          </ac:cxnSpMkLst>
        </pc:cxnChg>
        <pc:cxnChg chg="add mod">
          <ac:chgData name="Orla Kavanagh" userId="9d99aa77bd8f0ec5" providerId="LiveId" clId="{3F272FB1-C2BB-4508-98B4-CA3F50F90A99}" dt="2025-05-17T07:34:24.325" v="721" actId="13822"/>
          <ac:cxnSpMkLst>
            <pc:docMk/>
            <pc:sldMk cId="3142572423" sldId="256"/>
            <ac:cxnSpMk id="60" creationId="{565790E5-1C1F-595F-2AE0-BB50B8DF4A82}"/>
          </ac:cxnSpMkLst>
        </pc:cxnChg>
        <pc:cxnChg chg="add mod">
          <ac:chgData name="Orla Kavanagh" userId="9d99aa77bd8f0ec5" providerId="LiveId" clId="{3F272FB1-C2BB-4508-98B4-CA3F50F90A99}" dt="2025-05-17T07:34:31.520" v="723" actId="1076"/>
          <ac:cxnSpMkLst>
            <pc:docMk/>
            <pc:sldMk cId="3142572423" sldId="256"/>
            <ac:cxnSpMk id="61" creationId="{A9D17AE0-2E52-A252-713E-B372982A23CD}"/>
          </ac:cxnSpMkLst>
        </pc:cxnChg>
        <pc:cxnChg chg="add del mod">
          <ac:chgData name="Orla Kavanagh" userId="9d99aa77bd8f0ec5" providerId="LiveId" clId="{3F272FB1-C2BB-4508-98B4-CA3F50F90A99}" dt="2025-05-17T07:35:12.026" v="729" actId="478"/>
          <ac:cxnSpMkLst>
            <pc:docMk/>
            <pc:sldMk cId="3142572423" sldId="256"/>
            <ac:cxnSpMk id="63" creationId="{BC1B06FF-CBA0-B9F1-D903-F43BE4764EBE}"/>
          </ac:cxnSpMkLst>
        </pc:cxnChg>
        <pc:cxnChg chg="add del mod">
          <ac:chgData name="Orla Kavanagh" userId="9d99aa77bd8f0ec5" providerId="LiveId" clId="{3F272FB1-C2BB-4508-98B4-CA3F50F90A99}" dt="2025-05-17T07:35:42.426" v="731" actId="478"/>
          <ac:cxnSpMkLst>
            <pc:docMk/>
            <pc:sldMk cId="3142572423" sldId="256"/>
            <ac:cxnSpMk id="69" creationId="{32CCFEF4-F646-95A9-4105-9CC73551EE77}"/>
          </ac:cxnSpMkLst>
        </pc:cxnChg>
        <pc:cxnChg chg="add mod">
          <ac:chgData name="Orla Kavanagh" userId="9d99aa77bd8f0ec5" providerId="LiveId" clId="{3F272FB1-C2BB-4508-98B4-CA3F50F90A99}" dt="2025-05-17T07:40:08.968" v="755" actId="13822"/>
          <ac:cxnSpMkLst>
            <pc:docMk/>
            <pc:sldMk cId="3142572423" sldId="256"/>
            <ac:cxnSpMk id="74" creationId="{38CBC98F-EA3C-2E6D-FD6B-33B7DA41F553}"/>
          </ac:cxnSpMkLst>
        </pc:cxnChg>
        <pc:cxnChg chg="add mod">
          <ac:chgData name="Orla Kavanagh" userId="9d99aa77bd8f0ec5" providerId="LiveId" clId="{3F272FB1-C2BB-4508-98B4-CA3F50F90A99}" dt="2025-05-17T07:40:02.857" v="754"/>
          <ac:cxnSpMkLst>
            <pc:docMk/>
            <pc:sldMk cId="3142572423" sldId="256"/>
            <ac:cxnSpMk id="75" creationId="{35B0E3CB-E8CF-D01E-FA80-33ED0E95F729}"/>
          </ac:cxnSpMkLst>
        </pc:cxnChg>
        <pc:cxnChg chg="add mod">
          <ac:chgData name="Orla Kavanagh" userId="9d99aa77bd8f0ec5" providerId="LiveId" clId="{3F272FB1-C2BB-4508-98B4-CA3F50F90A99}" dt="2025-05-17T07:40:40.705" v="759" actId="14100"/>
          <ac:cxnSpMkLst>
            <pc:docMk/>
            <pc:sldMk cId="3142572423" sldId="256"/>
            <ac:cxnSpMk id="76" creationId="{28F34B83-B932-A4EA-BF6B-E2100CFA9BFE}"/>
          </ac:cxnSpMkLst>
        </pc:cxnChg>
        <pc:cxnChg chg="add mod">
          <ac:chgData name="Orla Kavanagh" userId="9d99aa77bd8f0ec5" providerId="LiveId" clId="{3F272FB1-C2BB-4508-98B4-CA3F50F90A99}" dt="2025-05-17T07:40:57.367" v="763" actId="14100"/>
          <ac:cxnSpMkLst>
            <pc:docMk/>
            <pc:sldMk cId="3142572423" sldId="256"/>
            <ac:cxnSpMk id="79" creationId="{3BE7D355-9415-8F37-0EF7-830F642AE28C}"/>
          </ac:cxnSpMkLst>
        </pc:cxnChg>
        <pc:cxnChg chg="add mod">
          <ac:chgData name="Orla Kavanagh" userId="9d99aa77bd8f0ec5" providerId="LiveId" clId="{3F272FB1-C2BB-4508-98B4-CA3F50F90A99}" dt="2025-05-17T07:46:32.534" v="808" actId="13822"/>
          <ac:cxnSpMkLst>
            <pc:docMk/>
            <pc:sldMk cId="3142572423" sldId="256"/>
            <ac:cxnSpMk id="97" creationId="{2F01F6C9-1339-8244-B9B4-D758FC25B051}"/>
          </ac:cxnSpMkLst>
        </pc:cxnChg>
      </pc:sldChg>
      <pc:sldChg chg="addSp delSp modSp new mod">
        <pc:chgData name="Orla Kavanagh" userId="9d99aa77bd8f0ec5" providerId="LiveId" clId="{3F272FB1-C2BB-4508-98B4-CA3F50F90A99}" dt="2025-05-17T12:38:56.045" v="1387" actId="20577"/>
        <pc:sldMkLst>
          <pc:docMk/>
          <pc:sldMk cId="2845290689" sldId="257"/>
        </pc:sldMkLst>
        <pc:spChg chg="add mod">
          <ac:chgData name="Orla Kavanagh" userId="9d99aa77bd8f0ec5" providerId="LiveId" clId="{3F272FB1-C2BB-4508-98B4-CA3F50F90A99}" dt="2025-05-17T12:35:19.746" v="1359" actId="1076"/>
          <ac:spMkLst>
            <pc:docMk/>
            <pc:sldMk cId="2845290689" sldId="257"/>
            <ac:spMk id="3" creationId="{21BAFCA6-2E11-F2BD-E418-1C0713FB41CB}"/>
          </ac:spMkLst>
        </pc:spChg>
        <pc:spChg chg="add mod">
          <ac:chgData name="Orla Kavanagh" userId="9d99aa77bd8f0ec5" providerId="LiveId" clId="{3F272FB1-C2BB-4508-98B4-CA3F50F90A99}" dt="2025-05-17T12:36:54.475" v="1369" actId="13822"/>
          <ac:spMkLst>
            <pc:docMk/>
            <pc:sldMk cId="2845290689" sldId="257"/>
            <ac:spMk id="4" creationId="{0D78E44B-57E5-A0BC-9342-E2AD1388051A}"/>
          </ac:spMkLst>
        </pc:spChg>
        <pc:spChg chg="add mod">
          <ac:chgData name="Orla Kavanagh" userId="9d99aa77bd8f0ec5" providerId="LiveId" clId="{3F272FB1-C2BB-4508-98B4-CA3F50F90A99}" dt="2025-05-17T12:38:56.045" v="1387" actId="20577"/>
          <ac:spMkLst>
            <pc:docMk/>
            <pc:sldMk cId="2845290689" sldId="257"/>
            <ac:spMk id="5" creationId="{6D049C6B-C0C9-C6C8-6277-9CD97378FF1A}"/>
          </ac:spMkLst>
        </pc:spChg>
        <pc:spChg chg="add mod">
          <ac:chgData name="Orla Kavanagh" userId="9d99aa77bd8f0ec5" providerId="LiveId" clId="{3F272FB1-C2BB-4508-98B4-CA3F50F90A99}" dt="2025-05-17T12:36:48.682" v="1368" actId="13822"/>
          <ac:spMkLst>
            <pc:docMk/>
            <pc:sldMk cId="2845290689" sldId="257"/>
            <ac:spMk id="6" creationId="{ED550C64-2329-BE8B-0A5F-1C4C8DADC917}"/>
          </ac:spMkLst>
        </pc:spChg>
        <pc:spChg chg="add mod">
          <ac:chgData name="Orla Kavanagh" userId="9d99aa77bd8f0ec5" providerId="LiveId" clId="{3F272FB1-C2BB-4508-98B4-CA3F50F90A99}" dt="2025-05-17T12:28:54.099" v="1248" actId="6549"/>
          <ac:spMkLst>
            <pc:docMk/>
            <pc:sldMk cId="2845290689" sldId="257"/>
            <ac:spMk id="7" creationId="{0E34A412-5198-B752-E473-76EE4B9DCE12}"/>
          </ac:spMkLst>
        </pc:spChg>
        <pc:picChg chg="add del mod">
          <ac:chgData name="Orla Kavanagh" userId="9d99aa77bd8f0ec5" providerId="LiveId" clId="{3F272FB1-C2BB-4508-98B4-CA3F50F90A99}" dt="2025-05-17T12:25:53.707" v="1209" actId="478"/>
          <ac:picMkLst>
            <pc:docMk/>
            <pc:sldMk cId="2845290689" sldId="257"/>
            <ac:picMk id="2" creationId="{45687457-CCDB-CAB2-B59F-4436FB4FDB1B}"/>
          </ac:picMkLst>
        </pc:picChg>
        <pc:picChg chg="add del">
          <ac:chgData name="Orla Kavanagh" userId="9d99aa77bd8f0ec5" providerId="LiveId" clId="{3F272FB1-C2BB-4508-98B4-CA3F50F90A99}" dt="2025-05-17T07:22:24.118" v="673" actId="478"/>
          <ac:picMkLst>
            <pc:docMk/>
            <pc:sldMk cId="2845290689" sldId="257"/>
            <ac:picMk id="3" creationId="{B63C020A-F0B1-B87C-44B0-84E50A6B8BED}"/>
          </ac:picMkLst>
        </pc:picChg>
        <pc:cxnChg chg="add mod">
          <ac:chgData name="Orla Kavanagh" userId="9d99aa77bd8f0ec5" providerId="LiveId" clId="{3F272FB1-C2BB-4508-98B4-CA3F50F90A99}" dt="2025-05-17T12:35:47.390" v="1365" actId="14100"/>
          <ac:cxnSpMkLst>
            <pc:docMk/>
            <pc:sldMk cId="2845290689" sldId="257"/>
            <ac:cxnSpMk id="9" creationId="{D3E4A861-E978-6DF1-0409-3D34E94CC18C}"/>
          </ac:cxnSpMkLst>
        </pc:cxnChg>
        <pc:cxnChg chg="add mod">
          <ac:chgData name="Orla Kavanagh" userId="9d99aa77bd8f0ec5" providerId="LiveId" clId="{3F272FB1-C2BB-4508-98B4-CA3F50F90A99}" dt="2025-05-17T12:27:24.874" v="1224" actId="1076"/>
          <ac:cxnSpMkLst>
            <pc:docMk/>
            <pc:sldMk cId="2845290689" sldId="257"/>
            <ac:cxnSpMk id="10" creationId="{9FBF6009-A933-C2E7-1B90-6FEBEF354DDC}"/>
          </ac:cxnSpMkLst>
        </pc:cxnChg>
        <pc:cxnChg chg="add mod">
          <ac:chgData name="Orla Kavanagh" userId="9d99aa77bd8f0ec5" providerId="LiveId" clId="{3F272FB1-C2BB-4508-98B4-CA3F50F90A99}" dt="2025-05-17T12:27:30.973" v="1226" actId="1076"/>
          <ac:cxnSpMkLst>
            <pc:docMk/>
            <pc:sldMk cId="2845290689" sldId="257"/>
            <ac:cxnSpMk id="11" creationId="{B21A2203-E7F4-E3DD-4FA2-9C57FB3FC37C}"/>
          </ac:cxnSpMkLst>
        </pc:cxnChg>
        <pc:cxnChg chg="add mod">
          <ac:chgData name="Orla Kavanagh" userId="9d99aa77bd8f0ec5" providerId="LiveId" clId="{3F272FB1-C2BB-4508-98B4-CA3F50F90A99}" dt="2025-05-17T12:28:49.867" v="1247" actId="1076"/>
          <ac:cxnSpMkLst>
            <pc:docMk/>
            <pc:sldMk cId="2845290689" sldId="257"/>
            <ac:cxnSpMk id="12" creationId="{5077E331-41AE-E7B4-A367-1CD41653C5B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71D8-71E0-0468-2BBB-F0BCF6CB7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941D3-0D7B-003D-98C5-9646426A3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9E9F-6213-2E60-5429-79227BCF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6E669-177B-65A6-EFA6-B1643A76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33869-1B41-744E-9C19-F256DA4B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855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AB12-BDC4-6EA0-5510-1E2A34DC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B89C-34EF-33E2-9B38-8B36E3DC7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6C381-7120-DF07-3F5C-24006DD1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A7055-CCC1-E068-F75A-DFD4D314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DC8DC-88C2-6B44-4A04-118A1BBF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485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B81-2771-7F35-6DB6-86BC1A75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8627A-47C6-7584-BA5F-3EFF656AB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45B7-3412-8BC7-FBE7-65C093ED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84290-42DF-F237-AECC-F10A4F2C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6326-07B5-E973-E611-1E0D5946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152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BBBC-6583-3609-8FAD-18F30DF1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D9B6-6A39-200F-5135-FD756AEF4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8E3E0-DCB8-B75E-EE72-BE85E9317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8F175-3D98-20C4-30EE-A9B9AD49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45562-EA2D-B0A3-3AED-0FBDA4DA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9E137-72AB-2C1A-1598-D08F5028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63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BEE1-3FF5-086B-ED34-52C7218B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E458B-CE63-F30D-72D7-758E46D87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C3B28-FBE2-1804-9563-CA6DACCA5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EE06E-0CF3-CD59-333A-F23523526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7E49E-3DD4-5E13-E17C-03331B599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D3E1B-668E-33AD-C1BB-0AA1070E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1E4CA6-BF4C-94F8-0349-2017D9AD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7B9C5-59D8-2035-328F-A9E08F42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460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3191-AA43-BF90-2D17-3B0A6503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B1E10-9EA9-57FF-CAF1-631D14A5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8A26D-8394-9436-E1C9-4D82B1E3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EE37E-33E1-F28F-3603-907D77B8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57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4BBA3-C7F7-8AD9-49EA-FFD26C26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59B98-FE45-C025-93BA-550F7EA4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C50B0-B4C5-55AB-16E5-BF9201A5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795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CEC4-8784-A414-816D-2602EE6E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91AC-B637-CE39-E78A-4FB356BB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1F0F2-655D-2E06-3E44-9B877468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1BFF8-EE0A-D232-4943-37C27A00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83A97-4B4C-BFBF-6E91-5D23DB61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C46C1-8415-5D22-5B3E-FD3E0125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28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9140-496F-490A-6404-F08F5305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C4BF4D-0858-4797-1C2F-42ED700EF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ABF5C-2C06-AB74-B611-BE475A601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F37C9-F745-453C-A8BA-0FFE8FCF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6F5B6-54FA-7F3A-0BFA-E79FF965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EF6C4-D255-0CCE-8F30-217C77D4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778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7478-6ED6-B6FA-3255-DC603F58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03645-33BA-A5C6-7492-4CF7C01EB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08638-0993-5A16-3810-643E635BD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9B7F-4CD4-AC23-C2A0-75038CFC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7AB04-AD0B-CC15-124D-F0B7AF74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615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C4FF1-5374-7348-F4C2-184542704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45A3-E833-CBFF-1E8E-8F7538E4D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9A2A0-7CBB-8FCB-6921-DF178A3A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A66-6F56-B6B6-FEDC-120FE744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96E3A-55D0-A397-69AA-EEC1EE66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826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7F1BF-17D2-AE7C-7AFB-12E970D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02B1-AE6D-A57E-328D-2CD3415C1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0BEE-1422-DBDB-ABE0-29C457FD3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B582F-7D15-495B-9C7C-0348C5FD597C}" type="datetimeFigureOut">
              <a:rPr lang="en-IE" smtClean="0"/>
              <a:t>17/05/2025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0A40-A4E8-CD35-D103-A1EA0EEE4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F923-E0E0-62E4-BB90-B13FDBF11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66649-8EE6-486E-B2E7-B655632E2A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12893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A791369A-3D3C-4A48-55DD-D1445900ECEF}"/>
              </a:ext>
            </a:extLst>
          </p:cNvPr>
          <p:cNvSpPr/>
          <p:nvPr/>
        </p:nvSpPr>
        <p:spPr>
          <a:xfrm>
            <a:off x="702074" y="304799"/>
            <a:ext cx="8352027" cy="6367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124BA1-1FF0-AC84-AF94-53880C2BD911}"/>
              </a:ext>
            </a:extLst>
          </p:cNvPr>
          <p:cNvSpPr/>
          <p:nvPr/>
        </p:nvSpPr>
        <p:spPr>
          <a:xfrm>
            <a:off x="9331889" y="567697"/>
            <a:ext cx="2794908" cy="5620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47813-BD91-658E-DA49-440682F111D7}"/>
              </a:ext>
            </a:extLst>
          </p:cNvPr>
          <p:cNvSpPr/>
          <p:nvPr/>
        </p:nvSpPr>
        <p:spPr>
          <a:xfrm>
            <a:off x="964503" y="555171"/>
            <a:ext cx="1403139" cy="7021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Stock Data </a:t>
            </a:r>
          </a:p>
          <a:p>
            <a:pPr algn="ctr"/>
            <a:r>
              <a:rPr lang="en-IE" dirty="0"/>
              <a:t>(CSV)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721980-4D75-3131-C86C-11EC7F909C64}"/>
              </a:ext>
            </a:extLst>
          </p:cNvPr>
          <p:cNvSpPr/>
          <p:nvPr/>
        </p:nvSpPr>
        <p:spPr>
          <a:xfrm>
            <a:off x="964503" y="1703614"/>
            <a:ext cx="1403140" cy="7021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Tweet Data </a:t>
            </a:r>
          </a:p>
          <a:p>
            <a:pPr algn="ctr"/>
            <a:r>
              <a:rPr lang="en-IE" dirty="0"/>
              <a:t>(CSV)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D0F081-A50D-1FAF-DACD-7F6389A947FC}"/>
              </a:ext>
            </a:extLst>
          </p:cNvPr>
          <p:cNvSpPr/>
          <p:nvPr/>
        </p:nvSpPr>
        <p:spPr>
          <a:xfrm>
            <a:off x="879460" y="3022827"/>
            <a:ext cx="1574505" cy="151311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HDFS</a:t>
            </a:r>
          </a:p>
          <a:p>
            <a:pPr algn="ctr"/>
            <a:r>
              <a:rPr lang="en-IE" dirty="0"/>
              <a:t>(back up) </a:t>
            </a:r>
          </a:p>
          <a:p>
            <a:pPr algn="ctr"/>
            <a:r>
              <a:rPr lang="en-IE" dirty="0"/>
              <a:t>used when Mongo/Hive failed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8FC15F-0FF5-AB79-646D-41F5600405C4}"/>
              </a:ext>
            </a:extLst>
          </p:cNvPr>
          <p:cNvSpPr/>
          <p:nvPr/>
        </p:nvSpPr>
        <p:spPr>
          <a:xfrm>
            <a:off x="2732313" y="555171"/>
            <a:ext cx="2770415" cy="7021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Hive</a:t>
            </a:r>
          </a:p>
          <a:p>
            <a:pPr algn="ctr"/>
            <a:r>
              <a:rPr lang="en-IE" dirty="0"/>
              <a:t>(structured SQL format)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40007-0A6C-372D-FF11-3C66B49EB5C0}"/>
              </a:ext>
            </a:extLst>
          </p:cNvPr>
          <p:cNvSpPr/>
          <p:nvPr/>
        </p:nvSpPr>
        <p:spPr>
          <a:xfrm>
            <a:off x="2732313" y="1703614"/>
            <a:ext cx="2770414" cy="92528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MongoDB</a:t>
            </a:r>
          </a:p>
          <a:p>
            <a:pPr algn="ctr"/>
            <a:r>
              <a:rPr lang="en-IE" dirty="0"/>
              <a:t>(NoSQL, unstructured  tweets)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A60901-7A84-B0A4-48C8-A1607E8F5CC4}"/>
              </a:ext>
            </a:extLst>
          </p:cNvPr>
          <p:cNvSpPr/>
          <p:nvPr/>
        </p:nvSpPr>
        <p:spPr>
          <a:xfrm>
            <a:off x="2822120" y="3554186"/>
            <a:ext cx="2590800" cy="299901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E" dirty="0"/>
              <a:t>Preprocessing with PySpark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Cleaning and Date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Mapping Tweets and Tickers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Merging Tweet &amp; Stock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Filtering top 9 tickers for tweet volume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51D32A-B84E-2C58-5025-52E6F1C1BA43}"/>
              </a:ext>
            </a:extLst>
          </p:cNvPr>
          <p:cNvSpPr/>
          <p:nvPr/>
        </p:nvSpPr>
        <p:spPr>
          <a:xfrm>
            <a:off x="6212991" y="2379407"/>
            <a:ext cx="2794908" cy="162741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Processed Data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HDFS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Local VM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F4F4A9-7160-54F4-1773-130AA0788940}"/>
              </a:ext>
            </a:extLst>
          </p:cNvPr>
          <p:cNvSpPr/>
          <p:nvPr/>
        </p:nvSpPr>
        <p:spPr>
          <a:xfrm>
            <a:off x="9633857" y="911677"/>
            <a:ext cx="2286000" cy="20682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E" dirty="0"/>
              <a:t>Modelling &amp;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ARIMA/ARIMAX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LSTM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XGBoost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46B6F4-23BC-2018-4141-0DFB84ADF0EE}"/>
              </a:ext>
            </a:extLst>
          </p:cNvPr>
          <p:cNvSpPr/>
          <p:nvPr/>
        </p:nvSpPr>
        <p:spPr>
          <a:xfrm>
            <a:off x="9776732" y="3193596"/>
            <a:ext cx="2000250" cy="47080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RMSE evaluation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570524-0E40-D963-57BE-229640C37166}"/>
              </a:ext>
            </a:extLst>
          </p:cNvPr>
          <p:cNvSpPr/>
          <p:nvPr/>
        </p:nvSpPr>
        <p:spPr>
          <a:xfrm>
            <a:off x="9633857" y="3894365"/>
            <a:ext cx="2286001" cy="47080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Model Saving (CSV)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D5DBB-B17F-59A4-9BB8-21459F4EA77E}"/>
              </a:ext>
            </a:extLst>
          </p:cNvPr>
          <p:cNvSpPr/>
          <p:nvPr/>
        </p:nvSpPr>
        <p:spPr>
          <a:xfrm>
            <a:off x="9919607" y="4762498"/>
            <a:ext cx="1714500" cy="116477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Visualisation with Streamlit 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9ADCEB-F734-40F7-F992-6672F23E69F8}"/>
              </a:ext>
            </a:extLst>
          </p:cNvPr>
          <p:cNvSpPr txBox="1"/>
          <p:nvPr/>
        </p:nvSpPr>
        <p:spPr>
          <a:xfrm>
            <a:off x="9609678" y="198365"/>
            <a:ext cx="2239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 Windows Machine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38B19E-EAF2-0621-00BF-5A426C4892F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117520" y="2628900"/>
            <a:ext cx="0" cy="925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9BA5B5-3C08-417D-2B92-14A38B356ED0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>
            <a:off x="1666713" y="4535941"/>
            <a:ext cx="1155407" cy="5177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50F92B-053D-2B20-0461-F825A9AC615A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5412920" y="4006822"/>
            <a:ext cx="2197525" cy="104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CBB360-A4A3-FB21-5DD3-73C1C2A65F6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666073" y="1257300"/>
            <a:ext cx="0" cy="446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A400EDB-4DD4-D6AF-F547-0B858F9D870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666073" y="2405743"/>
            <a:ext cx="640" cy="617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65790E5-1C1F-595F-2AE0-BB50B8DF4A82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367642" y="906236"/>
            <a:ext cx="364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D17AE0-2E52-A252-713E-B372982A23CD}"/>
              </a:ext>
            </a:extLst>
          </p:cNvPr>
          <p:cNvCxnSpPr/>
          <p:nvPr/>
        </p:nvCxnSpPr>
        <p:spPr>
          <a:xfrm>
            <a:off x="2367642" y="2073245"/>
            <a:ext cx="364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Arc 69">
            <a:extLst>
              <a:ext uri="{FF2B5EF4-FFF2-40B4-BE49-F238E27FC236}">
                <a16:creationId xmlns:a16="http://schemas.microsoft.com/office/drawing/2014/main" id="{6E458180-D727-053E-F48E-95FE36566088}"/>
              </a:ext>
            </a:extLst>
          </p:cNvPr>
          <p:cNvSpPr/>
          <p:nvPr/>
        </p:nvSpPr>
        <p:spPr>
          <a:xfrm rot="1032818">
            <a:off x="4243612" y="716008"/>
            <a:ext cx="999883" cy="6356711"/>
          </a:xfrm>
          <a:prstGeom prst="arc">
            <a:avLst>
              <a:gd name="adj1" fmla="val 16035857"/>
              <a:gd name="adj2" fmla="val 1950645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8CBC98F-EA3C-2E6D-FD6B-33B7DA41F553}"/>
              </a:ext>
            </a:extLst>
          </p:cNvPr>
          <p:cNvCxnSpPr>
            <a:stCxn id="11" idx="2"/>
          </p:cNvCxnSpPr>
          <p:nvPr/>
        </p:nvCxnSpPr>
        <p:spPr>
          <a:xfrm>
            <a:off x="10776857" y="2979964"/>
            <a:ext cx="0" cy="213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8F34B83-B932-A4EA-BF6B-E2100CFA9BFE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776857" y="3664404"/>
            <a:ext cx="1" cy="229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BE7D355-9415-8F37-0EF7-830F642AE28C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776857" y="4365173"/>
            <a:ext cx="0" cy="397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F01F6C9-1339-8244-B9B4-D758FC25B051}"/>
              </a:ext>
            </a:extLst>
          </p:cNvPr>
          <p:cNvCxnSpPr>
            <a:cxnSpLocks/>
            <a:stCxn id="10" idx="0"/>
            <a:endCxn id="11" idx="1"/>
          </p:cNvCxnSpPr>
          <p:nvPr/>
        </p:nvCxnSpPr>
        <p:spPr>
          <a:xfrm rot="5400000" flipH="1" flipV="1">
            <a:off x="8405358" y="1150908"/>
            <a:ext cx="433586" cy="20234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4A840DC-9B8D-FF56-5E26-1FD1BE726C92}"/>
              </a:ext>
            </a:extLst>
          </p:cNvPr>
          <p:cNvSpPr txBox="1"/>
          <p:nvPr/>
        </p:nvSpPr>
        <p:spPr>
          <a:xfrm>
            <a:off x="7480527" y="341090"/>
            <a:ext cx="132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chemeClr val="accent2">
                    <a:lumMod val="50000"/>
                  </a:schemeClr>
                </a:solidFill>
              </a:rPr>
              <a:t>In Local VM</a:t>
            </a:r>
          </a:p>
        </p:txBody>
      </p:sp>
    </p:spTree>
    <p:extLst>
      <p:ext uri="{BB962C8B-B14F-4D97-AF65-F5344CB8AC3E}">
        <p14:creationId xmlns:p14="http://schemas.microsoft.com/office/powerpoint/2010/main" val="314257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AFCA6-2E11-F2BD-E418-1C0713FB41CB}"/>
              </a:ext>
            </a:extLst>
          </p:cNvPr>
          <p:cNvSpPr/>
          <p:nvPr/>
        </p:nvSpPr>
        <p:spPr>
          <a:xfrm>
            <a:off x="864290" y="1709803"/>
            <a:ext cx="1954060" cy="97703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Input- Reddit API</a:t>
            </a:r>
          </a:p>
          <a:p>
            <a:pPr algn="ctr"/>
            <a:r>
              <a:rPr lang="en-IE" sz="1400" dirty="0"/>
              <a:t>Live posts pulled every 5s from selected subreddits</a:t>
            </a:r>
            <a:endParaRPr lang="en-I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78E44B-57E5-A0BC-9342-E2AD1388051A}"/>
              </a:ext>
            </a:extLst>
          </p:cNvPr>
          <p:cNvSpPr/>
          <p:nvPr/>
        </p:nvSpPr>
        <p:spPr>
          <a:xfrm>
            <a:off x="3536515" y="1600198"/>
            <a:ext cx="1869509" cy="118370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Spark Session</a:t>
            </a:r>
          </a:p>
          <a:p>
            <a:pPr algn="ctr"/>
            <a:r>
              <a:rPr lang="en-GB" sz="1400" dirty="0"/>
              <a:t>Loads JSON every 30s for batch processing</a:t>
            </a:r>
            <a:endParaRPr lang="en-IE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049C6B-C0C9-C6C8-6277-9CD97378FF1A}"/>
              </a:ext>
            </a:extLst>
          </p:cNvPr>
          <p:cNvSpPr/>
          <p:nvPr/>
        </p:nvSpPr>
        <p:spPr>
          <a:xfrm>
            <a:off x="6141931" y="1327759"/>
            <a:ext cx="1858027" cy="19039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E" dirty="0"/>
              <a:t>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Text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Tokenization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Word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Sentiment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BART, </a:t>
            </a:r>
            <a:r>
              <a:rPr lang="en-IE" sz="1400" dirty="0" err="1"/>
              <a:t>TextBlob</a:t>
            </a:r>
            <a:endParaRPr lang="en-IE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550C64-2329-BE8B-0A5F-1C4C8DADC917}"/>
              </a:ext>
            </a:extLst>
          </p:cNvPr>
          <p:cNvSpPr/>
          <p:nvPr/>
        </p:nvSpPr>
        <p:spPr>
          <a:xfrm>
            <a:off x="8753603" y="1600198"/>
            <a:ext cx="1592895" cy="11837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Data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HDFS</a:t>
            </a:r>
            <a:endParaRPr lang="en-I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34A412-5198-B752-E473-76EE4B9DCE12}"/>
              </a:ext>
            </a:extLst>
          </p:cNvPr>
          <p:cNvSpPr/>
          <p:nvPr/>
        </p:nvSpPr>
        <p:spPr>
          <a:xfrm>
            <a:off x="8503081" y="4074092"/>
            <a:ext cx="2093937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Real-Time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Top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/>
              <a:t>Sentiment scores</a:t>
            </a:r>
            <a:endParaRPr lang="en-I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E4A861-E978-6DF1-0409-3D34E94CC18C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2818350" y="2192052"/>
            <a:ext cx="718165" cy="6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BF6009-A933-C2E7-1B90-6FEBEF354DDC}"/>
              </a:ext>
            </a:extLst>
          </p:cNvPr>
          <p:cNvCxnSpPr/>
          <p:nvPr/>
        </p:nvCxnSpPr>
        <p:spPr>
          <a:xfrm flipV="1">
            <a:off x="5423765" y="2192053"/>
            <a:ext cx="73590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1A2203-E7F4-E3DD-4FA2-9C57FB3FC37C}"/>
              </a:ext>
            </a:extLst>
          </p:cNvPr>
          <p:cNvCxnSpPr/>
          <p:nvPr/>
        </p:nvCxnSpPr>
        <p:spPr>
          <a:xfrm flipV="1">
            <a:off x="8017698" y="2192053"/>
            <a:ext cx="73590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77E331-41AE-E7B4-A367-1CD41653C5B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9550050" y="2783909"/>
            <a:ext cx="1" cy="1290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29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133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 Kavanagh</dc:creator>
  <cp:lastModifiedBy>Orla Kavanagh</cp:lastModifiedBy>
  <cp:revision>1</cp:revision>
  <dcterms:created xsi:type="dcterms:W3CDTF">2025-05-17T06:53:26Z</dcterms:created>
  <dcterms:modified xsi:type="dcterms:W3CDTF">2025-05-17T12:39:04Z</dcterms:modified>
</cp:coreProperties>
</file>